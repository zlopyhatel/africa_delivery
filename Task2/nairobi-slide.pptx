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4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194569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b9311f53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b9311f53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960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122000"/>
            <a:ext cx="870733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ru-RU" sz="1600" dirty="0"/>
              <a:t>Стратегия развертывания Africa Delivery: Сравнительный анализ ИТ-экономики и рисков</a:t>
            </a:r>
            <a:endParaRPr sz="16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659864"/>
              </p:ext>
            </p:extLst>
          </p:nvPr>
        </p:nvGraphicFramePr>
        <p:xfrm>
          <a:off x="254381" y="717298"/>
          <a:ext cx="8621487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239"/>
                <a:gridCol w="1740504"/>
                <a:gridCol w="2155372"/>
                <a:gridCol w="21553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Показатель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Сценарий 1 </a:t>
                      </a:r>
                      <a:r>
                        <a:rPr lang="en-US" dirty="0" smtClean="0"/>
                        <a:t>Oracle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Сценарий 2 </a:t>
                      </a:r>
                      <a:r>
                        <a:rPr lang="en-US" dirty="0" smtClean="0"/>
                        <a:t>EDA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Сценарий 3</a:t>
                      </a:r>
                    </a:p>
                    <a:p>
                      <a:pPr algn="ctr"/>
                      <a:r>
                        <a:rPr lang="ru-RU" dirty="0" smtClean="0"/>
                        <a:t>Модульный монолит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Инфраструктура + </a:t>
                      </a:r>
                      <a:r>
                        <a:rPr lang="en-US" dirty="0" smtClean="0"/>
                        <a:t>SaaS (</a:t>
                      </a:r>
                      <a:r>
                        <a:rPr lang="ru-RU" dirty="0" smtClean="0"/>
                        <a:t>Год 1), </a:t>
                      </a:r>
                      <a:r>
                        <a:rPr lang="en-US" dirty="0" smtClean="0"/>
                        <a:t>$/</a:t>
                      </a:r>
                      <a:r>
                        <a:rPr lang="ru-RU" dirty="0" err="1" smtClean="0"/>
                        <a:t>мес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10 300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8 600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4 916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Капитальные затраты, </a:t>
                      </a:r>
                      <a:r>
                        <a:rPr lang="en-US" dirty="0" smtClean="0"/>
                        <a:t>$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i="0" u="none" strike="noStrike" cap="none" spc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200 000</a:t>
                      </a:r>
                      <a:r>
                        <a:rPr lang="ru-RU" b="0" dirty="0" smtClean="0"/>
                        <a:t> </a:t>
                      </a:r>
                    </a:p>
                    <a:p>
                      <a:pPr algn="ctr"/>
                      <a:r>
                        <a:rPr lang="ru-RU" dirty="0" smtClean="0"/>
                        <a:t>(на старте)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ИТ-себестоимость 1 заказа, </a:t>
                      </a:r>
                      <a:r>
                        <a:rPr lang="en-US" dirty="0" smtClean="0"/>
                        <a:t>$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1.81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1.41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1.26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Итоговый прямой TCO </a:t>
                      </a:r>
                    </a:p>
                    <a:p>
                      <a:r>
                        <a:rPr lang="ru-RU" dirty="0" smtClean="0"/>
                        <a:t>(5 лет)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59 702 122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52 140 850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47 844 611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Риски / Минусы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Срыв сроков</a:t>
                      </a:r>
                    </a:p>
                    <a:p>
                      <a:pPr algn="ctr"/>
                      <a:r>
                        <a:rPr lang="ru-RU" dirty="0" smtClean="0"/>
                        <a:t>Нарушение бюджета</a:t>
                      </a:r>
                    </a:p>
                    <a:p>
                      <a:pPr algn="ctr"/>
                      <a:r>
                        <a:rPr lang="ru-RU" dirty="0" smtClean="0"/>
                        <a:t>Ограничение численности персонала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Нарушение бюджета</a:t>
                      </a:r>
                    </a:p>
                    <a:p>
                      <a:pPr algn="ctr"/>
                      <a:r>
                        <a:rPr lang="ru-RU" dirty="0" smtClean="0"/>
                        <a:t>Ограничение численности персонала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Сложность масштабирования</a:t>
                      </a:r>
                      <a:r>
                        <a:rPr lang="ru-RU" baseline="0" dirty="0" smtClean="0"/>
                        <a:t> в будущем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91</Words>
  <Application>Microsoft Office PowerPoint</Application>
  <PresentationFormat>Экран (16:9)</PresentationFormat>
  <Paragraphs>31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Стратегия развертывания Africa Delivery: Сравнительный анализ ИТ-экономики и рисков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Africa Delivery -Nigeria, Kenya, SA, 15 countries </dc:title>
  <dc:creator>Nick Buldygin</dc:creator>
  <cp:lastModifiedBy>Учетная запись Майкрософт</cp:lastModifiedBy>
  <cp:revision>5</cp:revision>
  <dcterms:modified xsi:type="dcterms:W3CDTF">2026-09-17T08:41:04Z</dcterms:modified>
</cp:coreProperties>
</file>